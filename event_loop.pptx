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61" r:id="rId5"/>
    <p:sldId id="259" r:id="rId6"/>
    <p:sldId id="260" r:id="rId7"/>
    <p:sldId id="262" r:id="rId8"/>
    <p:sldId id="263"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7D3CB3-507B-4882-B2F5-89662A00A0A2}" v="18" dt="2025-02-10T01:10:42.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Camilo Vanegas Acevedo" userId="2fb2623a-5656-489b-8d9f-0459fb6121d9" providerId="ADAL" clId="{EC7D3CB3-507B-4882-B2F5-89662A00A0A2}"/>
    <pc:docChg chg="undo custSel addSld modSld addMainMaster delMainMaster">
      <pc:chgData name="Thomas Camilo Vanegas Acevedo" userId="2fb2623a-5656-489b-8d9f-0459fb6121d9" providerId="ADAL" clId="{EC7D3CB3-507B-4882-B2F5-89662A00A0A2}" dt="2025-02-10T01:22:28.189" v="1684" actId="14100"/>
      <pc:docMkLst>
        <pc:docMk/>
      </pc:docMkLst>
      <pc:sldChg chg="addSp modSp new mod setBg modClrScheme addAnim chgLayout">
        <pc:chgData name="Thomas Camilo Vanegas Acevedo" userId="2fb2623a-5656-489b-8d9f-0459fb6121d9" providerId="ADAL" clId="{EC7D3CB3-507B-4882-B2F5-89662A00A0A2}" dt="2025-02-09T23:13:05.186" v="86" actId="20577"/>
        <pc:sldMkLst>
          <pc:docMk/>
          <pc:sldMk cId="2426778750" sldId="256"/>
        </pc:sldMkLst>
        <pc:spChg chg="mod">
          <ac:chgData name="Thomas Camilo Vanegas Acevedo" userId="2fb2623a-5656-489b-8d9f-0459fb6121d9" providerId="ADAL" clId="{EC7D3CB3-507B-4882-B2F5-89662A00A0A2}" dt="2025-02-09T23:13:05.186" v="86" actId="20577"/>
          <ac:spMkLst>
            <pc:docMk/>
            <pc:sldMk cId="2426778750" sldId="256"/>
            <ac:spMk id="2" creationId="{3039170B-3E6B-297C-F5A7-5DDEA4C5EE76}"/>
          </ac:spMkLst>
        </pc:spChg>
        <pc:spChg chg="mod">
          <ac:chgData name="Thomas Camilo Vanegas Acevedo" userId="2fb2623a-5656-489b-8d9f-0459fb6121d9" providerId="ADAL" clId="{EC7D3CB3-507B-4882-B2F5-89662A00A0A2}" dt="2025-02-09T23:12:47.925" v="81" actId="26606"/>
          <ac:spMkLst>
            <pc:docMk/>
            <pc:sldMk cId="2426778750" sldId="256"/>
            <ac:spMk id="3" creationId="{92BD22C2-B59D-99DB-EEFD-92D242AF8D93}"/>
          </ac:spMkLst>
        </pc:spChg>
        <pc:spChg chg="add">
          <ac:chgData name="Thomas Camilo Vanegas Acevedo" userId="2fb2623a-5656-489b-8d9f-0459fb6121d9" providerId="ADAL" clId="{EC7D3CB3-507B-4882-B2F5-89662A00A0A2}" dt="2025-02-09T23:12:47.925" v="81" actId="26606"/>
          <ac:spMkLst>
            <pc:docMk/>
            <pc:sldMk cId="2426778750" sldId="256"/>
            <ac:spMk id="1031" creationId="{9B37791B-B040-4694-BFDC-8DD132D86E8E}"/>
          </ac:spMkLst>
        </pc:spChg>
        <pc:grpChg chg="add">
          <ac:chgData name="Thomas Camilo Vanegas Acevedo" userId="2fb2623a-5656-489b-8d9f-0459fb6121d9" providerId="ADAL" clId="{EC7D3CB3-507B-4882-B2F5-89662A00A0A2}" dt="2025-02-09T23:12:47.925" v="81" actId="26606"/>
          <ac:grpSpMkLst>
            <pc:docMk/>
            <pc:sldMk cId="2426778750" sldId="256"/>
            <ac:grpSpMk id="1033" creationId="{564DEED3-BC52-4F15-8426-D33275CB0111}"/>
          </ac:grpSpMkLst>
        </pc:grpChg>
        <pc:picChg chg="add mod">
          <ac:chgData name="Thomas Camilo Vanegas Acevedo" userId="2fb2623a-5656-489b-8d9f-0459fb6121d9" providerId="ADAL" clId="{EC7D3CB3-507B-4882-B2F5-89662A00A0A2}" dt="2025-02-09T23:12:47.925" v="81" actId="26606"/>
          <ac:picMkLst>
            <pc:docMk/>
            <pc:sldMk cId="2426778750" sldId="256"/>
            <ac:picMk id="1026" creationId="{3D831B2A-18BF-5195-D092-C31B6E5DC23E}"/>
          </ac:picMkLst>
        </pc:picChg>
      </pc:sldChg>
      <pc:sldChg chg="addSp modSp new mod setBg">
        <pc:chgData name="Thomas Camilo Vanegas Acevedo" userId="2fb2623a-5656-489b-8d9f-0459fb6121d9" providerId="ADAL" clId="{EC7D3CB3-507B-4882-B2F5-89662A00A0A2}" dt="2025-02-10T00:59:24.120" v="399" actId="27636"/>
        <pc:sldMkLst>
          <pc:docMk/>
          <pc:sldMk cId="690103980" sldId="257"/>
        </pc:sldMkLst>
        <pc:spChg chg="mod">
          <ac:chgData name="Thomas Camilo Vanegas Acevedo" userId="2fb2623a-5656-489b-8d9f-0459fb6121d9" providerId="ADAL" clId="{EC7D3CB3-507B-4882-B2F5-89662A00A0A2}" dt="2025-02-09T23:20:06.551" v="266" actId="26606"/>
          <ac:spMkLst>
            <pc:docMk/>
            <pc:sldMk cId="690103980" sldId="257"/>
            <ac:spMk id="2" creationId="{45F9B63F-A441-A6B0-C34D-70F447A51251}"/>
          </ac:spMkLst>
        </pc:spChg>
        <pc:spChg chg="mod">
          <ac:chgData name="Thomas Camilo Vanegas Acevedo" userId="2fb2623a-5656-489b-8d9f-0459fb6121d9" providerId="ADAL" clId="{EC7D3CB3-507B-4882-B2F5-89662A00A0A2}" dt="2025-02-10T00:59:24.120" v="399" actId="27636"/>
          <ac:spMkLst>
            <pc:docMk/>
            <pc:sldMk cId="690103980" sldId="257"/>
            <ac:spMk id="3" creationId="{DB732651-A224-D5D7-EB9A-66A4097D8F4F}"/>
          </ac:spMkLst>
        </pc:spChg>
        <pc:spChg chg="add">
          <ac:chgData name="Thomas Camilo Vanegas Acevedo" userId="2fb2623a-5656-489b-8d9f-0459fb6121d9" providerId="ADAL" clId="{EC7D3CB3-507B-4882-B2F5-89662A00A0A2}" dt="2025-02-09T23:20:06.551" v="266" actId="26606"/>
          <ac:spMkLst>
            <pc:docMk/>
            <pc:sldMk cId="690103980" sldId="257"/>
            <ac:spMk id="2055" creationId="{5964CBE2-084A-47DF-A704-CF5F6217B569}"/>
          </ac:spMkLst>
        </pc:spChg>
        <pc:picChg chg="add mod">
          <ac:chgData name="Thomas Camilo Vanegas Acevedo" userId="2fb2623a-5656-489b-8d9f-0459fb6121d9" providerId="ADAL" clId="{EC7D3CB3-507B-4882-B2F5-89662A00A0A2}" dt="2025-02-09T23:20:37.450" v="274" actId="14100"/>
          <ac:picMkLst>
            <pc:docMk/>
            <pc:sldMk cId="690103980" sldId="257"/>
            <ac:picMk id="2050" creationId="{0F3CF72E-67E0-9B2A-BBE8-4EC74FB43195}"/>
          </ac:picMkLst>
        </pc:picChg>
      </pc:sldChg>
      <pc:sldChg chg="modSp new mod">
        <pc:chgData name="Thomas Camilo Vanegas Acevedo" userId="2fb2623a-5656-489b-8d9f-0459fb6121d9" providerId="ADAL" clId="{EC7D3CB3-507B-4882-B2F5-89662A00A0A2}" dt="2025-02-10T01:02:09.308" v="623"/>
        <pc:sldMkLst>
          <pc:docMk/>
          <pc:sldMk cId="3945440378" sldId="258"/>
        </pc:sldMkLst>
        <pc:spChg chg="mod">
          <ac:chgData name="Thomas Camilo Vanegas Acevedo" userId="2fb2623a-5656-489b-8d9f-0459fb6121d9" providerId="ADAL" clId="{EC7D3CB3-507B-4882-B2F5-89662A00A0A2}" dt="2025-02-10T01:00:09.190" v="429" actId="1076"/>
          <ac:spMkLst>
            <pc:docMk/>
            <pc:sldMk cId="3945440378" sldId="258"/>
            <ac:spMk id="2" creationId="{ED55A918-CE86-F23B-2D00-2C31B207766D}"/>
          </ac:spMkLst>
        </pc:spChg>
        <pc:spChg chg="mod">
          <ac:chgData name="Thomas Camilo Vanegas Acevedo" userId="2fb2623a-5656-489b-8d9f-0459fb6121d9" providerId="ADAL" clId="{EC7D3CB3-507B-4882-B2F5-89662A00A0A2}" dt="2025-02-10T01:02:09.308" v="623"/>
          <ac:spMkLst>
            <pc:docMk/>
            <pc:sldMk cId="3945440378" sldId="258"/>
            <ac:spMk id="3" creationId="{4C8F7B8D-B10B-7F92-C5ED-8B81444A6215}"/>
          </ac:spMkLst>
        </pc:spChg>
      </pc:sldChg>
      <pc:sldChg chg="modSp add mod">
        <pc:chgData name="Thomas Camilo Vanegas Acevedo" userId="2fb2623a-5656-489b-8d9f-0459fb6121d9" providerId="ADAL" clId="{EC7D3CB3-507B-4882-B2F5-89662A00A0A2}" dt="2025-02-10T01:07:51.007" v="1161" actId="20577"/>
        <pc:sldMkLst>
          <pc:docMk/>
          <pc:sldMk cId="2483939896" sldId="259"/>
        </pc:sldMkLst>
        <pc:spChg chg="mod">
          <ac:chgData name="Thomas Camilo Vanegas Acevedo" userId="2fb2623a-5656-489b-8d9f-0459fb6121d9" providerId="ADAL" clId="{EC7D3CB3-507B-4882-B2F5-89662A00A0A2}" dt="2025-02-10T01:02:59.309" v="664" actId="1076"/>
          <ac:spMkLst>
            <pc:docMk/>
            <pc:sldMk cId="2483939896" sldId="259"/>
            <ac:spMk id="2" creationId="{44C5C09D-0547-A13E-0210-BBEE9FBB2915}"/>
          </ac:spMkLst>
        </pc:spChg>
        <pc:spChg chg="mod">
          <ac:chgData name="Thomas Camilo Vanegas Acevedo" userId="2fb2623a-5656-489b-8d9f-0459fb6121d9" providerId="ADAL" clId="{EC7D3CB3-507B-4882-B2F5-89662A00A0A2}" dt="2025-02-10T01:07:51.007" v="1161" actId="20577"/>
          <ac:spMkLst>
            <pc:docMk/>
            <pc:sldMk cId="2483939896" sldId="259"/>
            <ac:spMk id="3" creationId="{3691F8F4-805C-D23E-A560-C83E88A4FDA2}"/>
          </ac:spMkLst>
        </pc:spChg>
      </pc:sldChg>
      <pc:sldChg chg="modSp add mod">
        <pc:chgData name="Thomas Camilo Vanegas Acevedo" userId="2fb2623a-5656-489b-8d9f-0459fb6121d9" providerId="ADAL" clId="{EC7D3CB3-507B-4882-B2F5-89662A00A0A2}" dt="2025-02-10T01:14:18.393" v="1574" actId="20577"/>
        <pc:sldMkLst>
          <pc:docMk/>
          <pc:sldMk cId="3668160721" sldId="260"/>
        </pc:sldMkLst>
        <pc:spChg chg="mod">
          <ac:chgData name="Thomas Camilo Vanegas Acevedo" userId="2fb2623a-5656-489b-8d9f-0459fb6121d9" providerId="ADAL" clId="{EC7D3CB3-507B-4882-B2F5-89662A00A0A2}" dt="2025-02-10T01:14:18.393" v="1574" actId="20577"/>
          <ac:spMkLst>
            <pc:docMk/>
            <pc:sldMk cId="3668160721" sldId="260"/>
            <ac:spMk id="3" creationId="{C5F49840-2371-F911-04A6-5D8ACA51F35B}"/>
          </ac:spMkLst>
        </pc:spChg>
      </pc:sldChg>
      <pc:sldChg chg="addSp delSp modSp new mod">
        <pc:chgData name="Thomas Camilo Vanegas Acevedo" userId="2fb2623a-5656-489b-8d9f-0459fb6121d9" providerId="ADAL" clId="{EC7D3CB3-507B-4882-B2F5-89662A00A0A2}" dt="2025-02-10T01:10:42.199" v="1171" actId="1076"/>
        <pc:sldMkLst>
          <pc:docMk/>
          <pc:sldMk cId="668964887" sldId="261"/>
        </pc:sldMkLst>
        <pc:spChg chg="del">
          <ac:chgData name="Thomas Camilo Vanegas Acevedo" userId="2fb2623a-5656-489b-8d9f-0459fb6121d9" providerId="ADAL" clId="{EC7D3CB3-507B-4882-B2F5-89662A00A0A2}" dt="2025-02-10T01:10:20.889" v="1165" actId="478"/>
          <ac:spMkLst>
            <pc:docMk/>
            <pc:sldMk cId="668964887" sldId="261"/>
            <ac:spMk id="2" creationId="{57A1E539-E50A-8E21-9739-566800218A0D}"/>
          </ac:spMkLst>
        </pc:spChg>
        <pc:spChg chg="del">
          <ac:chgData name="Thomas Camilo Vanegas Acevedo" userId="2fb2623a-5656-489b-8d9f-0459fb6121d9" providerId="ADAL" clId="{EC7D3CB3-507B-4882-B2F5-89662A00A0A2}" dt="2025-02-10T01:10:22.621" v="1166" actId="478"/>
          <ac:spMkLst>
            <pc:docMk/>
            <pc:sldMk cId="668964887" sldId="261"/>
            <ac:spMk id="3" creationId="{F2692841-0212-0F00-48B5-B73F1BA8C173}"/>
          </ac:spMkLst>
        </pc:spChg>
        <pc:picChg chg="add mod">
          <ac:chgData name="Thomas Camilo Vanegas Acevedo" userId="2fb2623a-5656-489b-8d9f-0459fb6121d9" providerId="ADAL" clId="{EC7D3CB3-507B-4882-B2F5-89662A00A0A2}" dt="2025-02-10T01:10:42.199" v="1171" actId="1076"/>
          <ac:picMkLst>
            <pc:docMk/>
            <pc:sldMk cId="668964887" sldId="261"/>
            <ac:picMk id="3074" creationId="{0A354427-D2A1-60E5-640B-80AAFA761DE0}"/>
          </ac:picMkLst>
        </pc:picChg>
      </pc:sldChg>
      <pc:sldChg chg="addSp delSp modSp new mod setBg addAnim delAnim">
        <pc:chgData name="Thomas Camilo Vanegas Acevedo" userId="2fb2623a-5656-489b-8d9f-0459fb6121d9" providerId="ADAL" clId="{EC7D3CB3-507B-4882-B2F5-89662A00A0A2}" dt="2025-02-10T01:22:28.189" v="1684" actId="14100"/>
        <pc:sldMkLst>
          <pc:docMk/>
          <pc:sldMk cId="2518964175" sldId="262"/>
        </pc:sldMkLst>
        <pc:spChg chg="mod">
          <ac:chgData name="Thomas Camilo Vanegas Acevedo" userId="2fb2623a-5656-489b-8d9f-0459fb6121d9" providerId="ADAL" clId="{EC7D3CB3-507B-4882-B2F5-89662A00A0A2}" dt="2025-02-10T01:21:57.154" v="1672" actId="1076"/>
          <ac:spMkLst>
            <pc:docMk/>
            <pc:sldMk cId="2518964175" sldId="262"/>
            <ac:spMk id="2" creationId="{98D388C1-1799-85EB-9B37-7D3B04832FFD}"/>
          </ac:spMkLst>
        </pc:spChg>
        <pc:spChg chg="del">
          <ac:chgData name="Thomas Camilo Vanegas Acevedo" userId="2fb2623a-5656-489b-8d9f-0459fb6121d9" providerId="ADAL" clId="{EC7D3CB3-507B-4882-B2F5-89662A00A0A2}" dt="2025-02-10T01:19:15.409" v="1629" actId="478"/>
          <ac:spMkLst>
            <pc:docMk/>
            <pc:sldMk cId="2518964175" sldId="262"/>
            <ac:spMk id="3" creationId="{33787251-8661-18F4-7E3E-6E7E141FDF2E}"/>
          </ac:spMkLst>
        </pc:spChg>
        <pc:spChg chg="add del">
          <ac:chgData name="Thomas Camilo Vanegas Acevedo" userId="2fb2623a-5656-489b-8d9f-0459fb6121d9" providerId="ADAL" clId="{EC7D3CB3-507B-4882-B2F5-89662A00A0A2}" dt="2025-02-10T01:19:50.377" v="1635" actId="26606"/>
          <ac:spMkLst>
            <pc:docMk/>
            <pc:sldMk cId="2518964175" sldId="262"/>
            <ac:spMk id="12" creationId="{6B0479F5-59EA-43F3-BAFC-2606376EB662}"/>
          </ac:spMkLst>
        </pc:spChg>
        <pc:spChg chg="add del">
          <ac:chgData name="Thomas Camilo Vanegas Acevedo" userId="2fb2623a-5656-489b-8d9f-0459fb6121d9" providerId="ADAL" clId="{EC7D3CB3-507B-4882-B2F5-89662A00A0A2}" dt="2025-02-10T01:19:50.377" v="1635" actId="26606"/>
          <ac:spMkLst>
            <pc:docMk/>
            <pc:sldMk cId="2518964175" sldId="262"/>
            <ac:spMk id="14" creationId="{90079F9F-0458-4E1F-8C66-3DC92F3184C0}"/>
          </ac:spMkLst>
        </pc:spChg>
        <pc:spChg chg="add del">
          <ac:chgData name="Thomas Camilo Vanegas Acevedo" userId="2fb2623a-5656-489b-8d9f-0459fb6121d9" providerId="ADAL" clId="{EC7D3CB3-507B-4882-B2F5-89662A00A0A2}" dt="2025-02-10T01:19:50.377" v="1635" actId="26606"/>
          <ac:spMkLst>
            <pc:docMk/>
            <pc:sldMk cId="2518964175" sldId="262"/>
            <ac:spMk id="16" creationId="{35BFB1BD-917C-4E12-A662-6CD1860F2762}"/>
          </ac:spMkLst>
        </pc:spChg>
        <pc:spChg chg="add del">
          <ac:chgData name="Thomas Camilo Vanegas Acevedo" userId="2fb2623a-5656-489b-8d9f-0459fb6121d9" providerId="ADAL" clId="{EC7D3CB3-507B-4882-B2F5-89662A00A0A2}" dt="2025-02-10T01:19:54.685" v="1638" actId="26606"/>
          <ac:spMkLst>
            <pc:docMk/>
            <pc:sldMk cId="2518964175" sldId="262"/>
            <ac:spMk id="18" creationId="{6B0479F5-59EA-43F3-BAFC-2606376EB662}"/>
          </ac:spMkLst>
        </pc:spChg>
        <pc:spChg chg="add del">
          <ac:chgData name="Thomas Camilo Vanegas Acevedo" userId="2fb2623a-5656-489b-8d9f-0459fb6121d9" providerId="ADAL" clId="{EC7D3CB3-507B-4882-B2F5-89662A00A0A2}" dt="2025-02-10T01:19:54.685" v="1638" actId="26606"/>
          <ac:spMkLst>
            <pc:docMk/>
            <pc:sldMk cId="2518964175" sldId="262"/>
            <ac:spMk id="19" creationId="{A2D09E29-DA9C-48B4-8529-45E27815C2B6}"/>
          </ac:spMkLst>
        </pc:spChg>
        <pc:spChg chg="add del">
          <ac:chgData name="Thomas Camilo Vanegas Acevedo" userId="2fb2623a-5656-489b-8d9f-0459fb6121d9" providerId="ADAL" clId="{EC7D3CB3-507B-4882-B2F5-89662A00A0A2}" dt="2025-02-10T01:19:54.685" v="1638" actId="26606"/>
          <ac:spMkLst>
            <pc:docMk/>
            <pc:sldMk cId="2518964175" sldId="262"/>
            <ac:spMk id="20" creationId="{8E3844D4-5ADD-481B-AF9C-49AABAD25626}"/>
          </ac:spMkLst>
        </pc:spChg>
        <pc:spChg chg="add del">
          <ac:chgData name="Thomas Camilo Vanegas Acevedo" userId="2fb2623a-5656-489b-8d9f-0459fb6121d9" providerId="ADAL" clId="{EC7D3CB3-507B-4882-B2F5-89662A00A0A2}" dt="2025-02-10T01:19:57.947" v="1640" actId="26606"/>
          <ac:spMkLst>
            <pc:docMk/>
            <pc:sldMk cId="2518964175" sldId="262"/>
            <ac:spMk id="22" creationId="{6B0479F5-59EA-43F3-BAFC-2606376EB662}"/>
          </ac:spMkLst>
        </pc:spChg>
        <pc:spChg chg="add del">
          <ac:chgData name="Thomas Camilo Vanegas Acevedo" userId="2fb2623a-5656-489b-8d9f-0459fb6121d9" providerId="ADAL" clId="{EC7D3CB3-507B-4882-B2F5-89662A00A0A2}" dt="2025-02-10T01:19:57.947" v="1640" actId="26606"/>
          <ac:spMkLst>
            <pc:docMk/>
            <pc:sldMk cId="2518964175" sldId="262"/>
            <ac:spMk id="23" creationId="{207A3091-5921-4796-8962-F13613206989}"/>
          </ac:spMkLst>
        </pc:spChg>
        <pc:spChg chg="add del">
          <ac:chgData name="Thomas Camilo Vanegas Acevedo" userId="2fb2623a-5656-489b-8d9f-0459fb6121d9" providerId="ADAL" clId="{EC7D3CB3-507B-4882-B2F5-89662A00A0A2}" dt="2025-02-10T01:19:57.947" v="1640" actId="26606"/>
          <ac:spMkLst>
            <pc:docMk/>
            <pc:sldMk cId="2518964175" sldId="262"/>
            <ac:spMk id="24" creationId="{125E0BD9-6B50-4AA7-BB36-DE5CC5F88F20}"/>
          </ac:spMkLst>
        </pc:spChg>
        <pc:spChg chg="add del">
          <ac:chgData name="Thomas Camilo Vanegas Acevedo" userId="2fb2623a-5656-489b-8d9f-0459fb6121d9" providerId="ADAL" clId="{EC7D3CB3-507B-4882-B2F5-89662A00A0A2}" dt="2025-02-10T01:20:03.528" v="1642" actId="26606"/>
          <ac:spMkLst>
            <pc:docMk/>
            <pc:sldMk cId="2518964175" sldId="262"/>
            <ac:spMk id="26" creationId="{6B0479F5-59EA-43F3-BAFC-2606376EB662}"/>
          </ac:spMkLst>
        </pc:spChg>
        <pc:spChg chg="add del">
          <ac:chgData name="Thomas Camilo Vanegas Acevedo" userId="2fb2623a-5656-489b-8d9f-0459fb6121d9" providerId="ADAL" clId="{EC7D3CB3-507B-4882-B2F5-89662A00A0A2}" dt="2025-02-10T01:20:03.528" v="1642" actId="26606"/>
          <ac:spMkLst>
            <pc:docMk/>
            <pc:sldMk cId="2518964175" sldId="262"/>
            <ac:spMk id="27" creationId="{90079F9F-0458-4E1F-8C66-3DC92F3184C0}"/>
          </ac:spMkLst>
        </pc:spChg>
        <pc:spChg chg="add del">
          <ac:chgData name="Thomas Camilo Vanegas Acevedo" userId="2fb2623a-5656-489b-8d9f-0459fb6121d9" providerId="ADAL" clId="{EC7D3CB3-507B-4882-B2F5-89662A00A0A2}" dt="2025-02-10T01:20:03.528" v="1642" actId="26606"/>
          <ac:spMkLst>
            <pc:docMk/>
            <pc:sldMk cId="2518964175" sldId="262"/>
            <ac:spMk id="28" creationId="{8495009A-106E-4F1B-AC00-6E25656CE277}"/>
          </ac:spMkLst>
        </pc:spChg>
        <pc:spChg chg="add del">
          <ac:chgData name="Thomas Camilo Vanegas Acevedo" userId="2fb2623a-5656-489b-8d9f-0459fb6121d9" providerId="ADAL" clId="{EC7D3CB3-507B-4882-B2F5-89662A00A0A2}" dt="2025-02-10T01:20:06.868" v="1644" actId="26606"/>
          <ac:spMkLst>
            <pc:docMk/>
            <pc:sldMk cId="2518964175" sldId="262"/>
            <ac:spMk id="30" creationId="{6B0479F5-59EA-43F3-BAFC-2606376EB662}"/>
          </ac:spMkLst>
        </pc:spChg>
        <pc:spChg chg="add del">
          <ac:chgData name="Thomas Camilo Vanegas Acevedo" userId="2fb2623a-5656-489b-8d9f-0459fb6121d9" providerId="ADAL" clId="{EC7D3CB3-507B-4882-B2F5-89662A00A0A2}" dt="2025-02-10T01:20:06.868" v="1644" actId="26606"/>
          <ac:spMkLst>
            <pc:docMk/>
            <pc:sldMk cId="2518964175" sldId="262"/>
            <ac:spMk id="31" creationId="{B9F7A657-A936-48EC-851D-106D4F1B429C}"/>
          </ac:spMkLst>
        </pc:spChg>
        <pc:spChg chg="add del">
          <ac:chgData name="Thomas Camilo Vanegas Acevedo" userId="2fb2623a-5656-489b-8d9f-0459fb6121d9" providerId="ADAL" clId="{EC7D3CB3-507B-4882-B2F5-89662A00A0A2}" dt="2025-02-10T01:20:06.868" v="1644" actId="26606"/>
          <ac:spMkLst>
            <pc:docMk/>
            <pc:sldMk cId="2518964175" sldId="262"/>
            <ac:spMk id="32" creationId="{0D585759-3D5B-483A-8B7F-131E93727ED5}"/>
          </ac:spMkLst>
        </pc:spChg>
        <pc:spChg chg="add del">
          <ac:chgData name="Thomas Camilo Vanegas Acevedo" userId="2fb2623a-5656-489b-8d9f-0459fb6121d9" providerId="ADAL" clId="{EC7D3CB3-507B-4882-B2F5-89662A00A0A2}" dt="2025-02-10T01:21:51.235" v="1669" actId="26606"/>
          <ac:spMkLst>
            <pc:docMk/>
            <pc:sldMk cId="2518964175" sldId="262"/>
            <ac:spMk id="34" creationId="{6B0479F5-59EA-43F3-BAFC-2606376EB662}"/>
          </ac:spMkLst>
        </pc:spChg>
        <pc:spChg chg="add del">
          <ac:chgData name="Thomas Camilo Vanegas Acevedo" userId="2fb2623a-5656-489b-8d9f-0459fb6121d9" providerId="ADAL" clId="{EC7D3CB3-507B-4882-B2F5-89662A00A0A2}" dt="2025-02-10T01:21:51.235" v="1669" actId="26606"/>
          <ac:spMkLst>
            <pc:docMk/>
            <pc:sldMk cId="2518964175" sldId="262"/>
            <ac:spMk id="35" creationId="{71811820-403F-4D93-B710-D7F182DECC3C}"/>
          </ac:spMkLst>
        </pc:spChg>
        <pc:spChg chg="add del">
          <ac:chgData name="Thomas Camilo Vanegas Acevedo" userId="2fb2623a-5656-489b-8d9f-0459fb6121d9" providerId="ADAL" clId="{EC7D3CB3-507B-4882-B2F5-89662A00A0A2}" dt="2025-02-10T01:21:51.235" v="1669" actId="26606"/>
          <ac:spMkLst>
            <pc:docMk/>
            <pc:sldMk cId="2518964175" sldId="262"/>
            <ac:spMk id="36" creationId="{E1A8673D-5FEF-402F-8864-988FBAF8C336}"/>
          </ac:spMkLst>
        </pc:spChg>
        <pc:spChg chg="add del">
          <ac:chgData name="Thomas Camilo Vanegas Acevedo" userId="2fb2623a-5656-489b-8d9f-0459fb6121d9" providerId="ADAL" clId="{EC7D3CB3-507B-4882-B2F5-89662A00A0A2}" dt="2025-02-10T01:20:56.216" v="1653" actId="26606"/>
          <ac:spMkLst>
            <pc:docMk/>
            <pc:sldMk cId="2518964175" sldId="262"/>
            <ac:spMk id="41" creationId="{6B0479F5-59EA-43F3-BAFC-2606376EB662}"/>
          </ac:spMkLst>
        </pc:spChg>
        <pc:spChg chg="add del">
          <ac:chgData name="Thomas Camilo Vanegas Acevedo" userId="2fb2623a-5656-489b-8d9f-0459fb6121d9" providerId="ADAL" clId="{EC7D3CB3-507B-4882-B2F5-89662A00A0A2}" dt="2025-02-10T01:20:56.216" v="1653" actId="26606"/>
          <ac:spMkLst>
            <pc:docMk/>
            <pc:sldMk cId="2518964175" sldId="262"/>
            <ac:spMk id="43" creationId="{90079F9F-0458-4E1F-8C66-3DC92F3184C0}"/>
          </ac:spMkLst>
        </pc:spChg>
        <pc:spChg chg="add del">
          <ac:chgData name="Thomas Camilo Vanegas Acevedo" userId="2fb2623a-5656-489b-8d9f-0459fb6121d9" providerId="ADAL" clId="{EC7D3CB3-507B-4882-B2F5-89662A00A0A2}" dt="2025-02-10T01:20:56.216" v="1653" actId="26606"/>
          <ac:spMkLst>
            <pc:docMk/>
            <pc:sldMk cId="2518964175" sldId="262"/>
            <ac:spMk id="45" creationId="{35BFB1BD-917C-4E12-A662-6CD1860F2762}"/>
          </ac:spMkLst>
        </pc:spChg>
        <pc:spChg chg="add del">
          <ac:chgData name="Thomas Camilo Vanegas Acevedo" userId="2fb2623a-5656-489b-8d9f-0459fb6121d9" providerId="ADAL" clId="{EC7D3CB3-507B-4882-B2F5-89662A00A0A2}" dt="2025-02-10T01:20:57.743" v="1655" actId="26606"/>
          <ac:spMkLst>
            <pc:docMk/>
            <pc:sldMk cId="2518964175" sldId="262"/>
            <ac:spMk id="47" creationId="{6B0479F5-59EA-43F3-BAFC-2606376EB662}"/>
          </ac:spMkLst>
        </pc:spChg>
        <pc:spChg chg="add del">
          <ac:chgData name="Thomas Camilo Vanegas Acevedo" userId="2fb2623a-5656-489b-8d9f-0459fb6121d9" providerId="ADAL" clId="{EC7D3CB3-507B-4882-B2F5-89662A00A0A2}" dt="2025-02-10T01:20:57.743" v="1655" actId="26606"/>
          <ac:spMkLst>
            <pc:docMk/>
            <pc:sldMk cId="2518964175" sldId="262"/>
            <ac:spMk id="48" creationId="{90079F9F-0458-4E1F-8C66-3DC92F3184C0}"/>
          </ac:spMkLst>
        </pc:spChg>
        <pc:spChg chg="add del">
          <ac:chgData name="Thomas Camilo Vanegas Acevedo" userId="2fb2623a-5656-489b-8d9f-0459fb6121d9" providerId="ADAL" clId="{EC7D3CB3-507B-4882-B2F5-89662A00A0A2}" dt="2025-02-10T01:20:57.743" v="1655" actId="26606"/>
          <ac:spMkLst>
            <pc:docMk/>
            <pc:sldMk cId="2518964175" sldId="262"/>
            <ac:spMk id="49" creationId="{35BFB1BD-917C-4E12-A662-6CD1860F2762}"/>
          </ac:spMkLst>
        </pc:spChg>
        <pc:spChg chg="add del">
          <ac:chgData name="Thomas Camilo Vanegas Acevedo" userId="2fb2623a-5656-489b-8d9f-0459fb6121d9" providerId="ADAL" clId="{EC7D3CB3-507B-4882-B2F5-89662A00A0A2}" dt="2025-02-10T01:20:58.637" v="1657" actId="26606"/>
          <ac:spMkLst>
            <pc:docMk/>
            <pc:sldMk cId="2518964175" sldId="262"/>
            <ac:spMk id="51" creationId="{6B0479F5-59EA-43F3-BAFC-2606376EB662}"/>
          </ac:spMkLst>
        </pc:spChg>
        <pc:spChg chg="add del">
          <ac:chgData name="Thomas Camilo Vanegas Acevedo" userId="2fb2623a-5656-489b-8d9f-0459fb6121d9" providerId="ADAL" clId="{EC7D3CB3-507B-4882-B2F5-89662A00A0A2}" dt="2025-02-10T01:20:58.637" v="1657" actId="26606"/>
          <ac:spMkLst>
            <pc:docMk/>
            <pc:sldMk cId="2518964175" sldId="262"/>
            <ac:spMk id="52" creationId="{90079F9F-0458-4E1F-8C66-3DC92F3184C0}"/>
          </ac:spMkLst>
        </pc:spChg>
        <pc:spChg chg="add del">
          <ac:chgData name="Thomas Camilo Vanegas Acevedo" userId="2fb2623a-5656-489b-8d9f-0459fb6121d9" providerId="ADAL" clId="{EC7D3CB3-507B-4882-B2F5-89662A00A0A2}" dt="2025-02-10T01:20:58.637" v="1657" actId="26606"/>
          <ac:spMkLst>
            <pc:docMk/>
            <pc:sldMk cId="2518964175" sldId="262"/>
            <ac:spMk id="53" creationId="{8495009A-106E-4F1B-AC00-6E25656CE277}"/>
          </ac:spMkLst>
        </pc:spChg>
        <pc:spChg chg="add del">
          <ac:chgData name="Thomas Camilo Vanegas Acevedo" userId="2fb2623a-5656-489b-8d9f-0459fb6121d9" providerId="ADAL" clId="{EC7D3CB3-507B-4882-B2F5-89662A00A0A2}" dt="2025-02-10T01:20:59.614" v="1659" actId="26606"/>
          <ac:spMkLst>
            <pc:docMk/>
            <pc:sldMk cId="2518964175" sldId="262"/>
            <ac:spMk id="55" creationId="{6B0479F5-59EA-43F3-BAFC-2606376EB662}"/>
          </ac:spMkLst>
        </pc:spChg>
        <pc:spChg chg="add del">
          <ac:chgData name="Thomas Camilo Vanegas Acevedo" userId="2fb2623a-5656-489b-8d9f-0459fb6121d9" providerId="ADAL" clId="{EC7D3CB3-507B-4882-B2F5-89662A00A0A2}" dt="2025-02-10T01:20:59.614" v="1659" actId="26606"/>
          <ac:spMkLst>
            <pc:docMk/>
            <pc:sldMk cId="2518964175" sldId="262"/>
            <ac:spMk id="56" creationId="{90079F9F-0458-4E1F-8C66-3DC92F3184C0}"/>
          </ac:spMkLst>
        </pc:spChg>
        <pc:spChg chg="add del">
          <ac:chgData name="Thomas Camilo Vanegas Acevedo" userId="2fb2623a-5656-489b-8d9f-0459fb6121d9" providerId="ADAL" clId="{EC7D3CB3-507B-4882-B2F5-89662A00A0A2}" dt="2025-02-10T01:20:59.614" v="1659" actId="26606"/>
          <ac:spMkLst>
            <pc:docMk/>
            <pc:sldMk cId="2518964175" sldId="262"/>
            <ac:spMk id="57" creationId="{35BFB1BD-917C-4E12-A662-6CD1860F2762}"/>
          </ac:spMkLst>
        </pc:spChg>
        <pc:spChg chg="add del">
          <ac:chgData name="Thomas Camilo Vanegas Acevedo" userId="2fb2623a-5656-489b-8d9f-0459fb6121d9" providerId="ADAL" clId="{EC7D3CB3-507B-4882-B2F5-89662A00A0A2}" dt="2025-02-10T01:21:02.382" v="1661" actId="26606"/>
          <ac:spMkLst>
            <pc:docMk/>
            <pc:sldMk cId="2518964175" sldId="262"/>
            <ac:spMk id="59" creationId="{6B0479F5-59EA-43F3-BAFC-2606376EB662}"/>
          </ac:spMkLst>
        </pc:spChg>
        <pc:spChg chg="add del">
          <ac:chgData name="Thomas Camilo Vanegas Acevedo" userId="2fb2623a-5656-489b-8d9f-0459fb6121d9" providerId="ADAL" clId="{EC7D3CB3-507B-4882-B2F5-89662A00A0A2}" dt="2025-02-10T01:21:02.382" v="1661" actId="26606"/>
          <ac:spMkLst>
            <pc:docMk/>
            <pc:sldMk cId="2518964175" sldId="262"/>
            <ac:spMk id="60" creationId="{90079F9F-0458-4E1F-8C66-3DC92F3184C0}"/>
          </ac:spMkLst>
        </pc:spChg>
        <pc:spChg chg="add del">
          <ac:chgData name="Thomas Camilo Vanegas Acevedo" userId="2fb2623a-5656-489b-8d9f-0459fb6121d9" providerId="ADAL" clId="{EC7D3CB3-507B-4882-B2F5-89662A00A0A2}" dt="2025-02-10T01:21:02.382" v="1661" actId="26606"/>
          <ac:spMkLst>
            <pc:docMk/>
            <pc:sldMk cId="2518964175" sldId="262"/>
            <ac:spMk id="61" creationId="{8495009A-106E-4F1B-AC00-6E25656CE277}"/>
          </ac:spMkLst>
        </pc:spChg>
        <pc:spChg chg="add del">
          <ac:chgData name="Thomas Camilo Vanegas Acevedo" userId="2fb2623a-5656-489b-8d9f-0459fb6121d9" providerId="ADAL" clId="{EC7D3CB3-507B-4882-B2F5-89662A00A0A2}" dt="2025-02-10T01:21:45.538" v="1664" actId="26606"/>
          <ac:spMkLst>
            <pc:docMk/>
            <pc:sldMk cId="2518964175" sldId="262"/>
            <ac:spMk id="63" creationId="{6B0479F5-59EA-43F3-BAFC-2606376EB662}"/>
          </ac:spMkLst>
        </pc:spChg>
        <pc:spChg chg="add del">
          <ac:chgData name="Thomas Camilo Vanegas Acevedo" userId="2fb2623a-5656-489b-8d9f-0459fb6121d9" providerId="ADAL" clId="{EC7D3CB3-507B-4882-B2F5-89662A00A0A2}" dt="2025-02-10T01:21:45.538" v="1664" actId="26606"/>
          <ac:spMkLst>
            <pc:docMk/>
            <pc:sldMk cId="2518964175" sldId="262"/>
            <ac:spMk id="64" creationId="{90079F9F-0458-4E1F-8C66-3DC92F3184C0}"/>
          </ac:spMkLst>
        </pc:spChg>
        <pc:spChg chg="add del">
          <ac:chgData name="Thomas Camilo Vanegas Acevedo" userId="2fb2623a-5656-489b-8d9f-0459fb6121d9" providerId="ADAL" clId="{EC7D3CB3-507B-4882-B2F5-89662A00A0A2}" dt="2025-02-10T01:21:45.538" v="1664" actId="26606"/>
          <ac:spMkLst>
            <pc:docMk/>
            <pc:sldMk cId="2518964175" sldId="262"/>
            <ac:spMk id="65" creationId="{8495009A-106E-4F1B-AC00-6E25656CE277}"/>
          </ac:spMkLst>
        </pc:spChg>
        <pc:spChg chg="add del">
          <ac:chgData name="Thomas Camilo Vanegas Acevedo" userId="2fb2623a-5656-489b-8d9f-0459fb6121d9" providerId="ADAL" clId="{EC7D3CB3-507B-4882-B2F5-89662A00A0A2}" dt="2025-02-10T01:21:49.971" v="1666" actId="26606"/>
          <ac:spMkLst>
            <pc:docMk/>
            <pc:sldMk cId="2518964175" sldId="262"/>
            <ac:spMk id="67" creationId="{6B0479F5-59EA-43F3-BAFC-2606376EB662}"/>
          </ac:spMkLst>
        </pc:spChg>
        <pc:spChg chg="add del">
          <ac:chgData name="Thomas Camilo Vanegas Acevedo" userId="2fb2623a-5656-489b-8d9f-0459fb6121d9" providerId="ADAL" clId="{EC7D3CB3-507B-4882-B2F5-89662A00A0A2}" dt="2025-02-10T01:21:49.971" v="1666" actId="26606"/>
          <ac:spMkLst>
            <pc:docMk/>
            <pc:sldMk cId="2518964175" sldId="262"/>
            <ac:spMk id="68" creationId="{207A3091-5921-4796-8962-F13613206989}"/>
          </ac:spMkLst>
        </pc:spChg>
        <pc:spChg chg="add del">
          <ac:chgData name="Thomas Camilo Vanegas Acevedo" userId="2fb2623a-5656-489b-8d9f-0459fb6121d9" providerId="ADAL" clId="{EC7D3CB3-507B-4882-B2F5-89662A00A0A2}" dt="2025-02-10T01:21:49.971" v="1666" actId="26606"/>
          <ac:spMkLst>
            <pc:docMk/>
            <pc:sldMk cId="2518964175" sldId="262"/>
            <ac:spMk id="69" creationId="{125E0BD9-6B50-4AA7-BB36-DE5CC5F88F20}"/>
          </ac:spMkLst>
        </pc:spChg>
        <pc:picChg chg="add mod ord">
          <ac:chgData name="Thomas Camilo Vanegas Acevedo" userId="2fb2623a-5656-489b-8d9f-0459fb6121d9" providerId="ADAL" clId="{EC7D3CB3-507B-4882-B2F5-89662A00A0A2}" dt="2025-02-10T01:22:28.189" v="1684" actId="14100"/>
          <ac:picMkLst>
            <pc:docMk/>
            <pc:sldMk cId="2518964175" sldId="262"/>
            <ac:picMk id="5" creationId="{B8B3E5B9-DADA-B6BA-E9C4-51B7DF61BECD}"/>
          </ac:picMkLst>
        </pc:picChg>
        <pc:picChg chg="add mod ord">
          <ac:chgData name="Thomas Camilo Vanegas Acevedo" userId="2fb2623a-5656-489b-8d9f-0459fb6121d9" providerId="ADAL" clId="{EC7D3CB3-507B-4882-B2F5-89662A00A0A2}" dt="2025-02-10T01:22:25.790" v="1683" actId="14100"/>
          <ac:picMkLst>
            <pc:docMk/>
            <pc:sldMk cId="2518964175" sldId="262"/>
            <ac:picMk id="7" creationId="{325C94B8-61B9-EE37-86DE-999F8AB484F0}"/>
          </ac:picMkLst>
        </pc:picChg>
      </pc:sldChg>
      <pc:sldChg chg="addSp delSp modSp new mod">
        <pc:chgData name="Thomas Camilo Vanegas Acevedo" userId="2fb2623a-5656-489b-8d9f-0459fb6121d9" providerId="ADAL" clId="{EC7D3CB3-507B-4882-B2F5-89662A00A0A2}" dt="2025-02-10T01:18:39.835" v="1609" actId="14100"/>
        <pc:sldMkLst>
          <pc:docMk/>
          <pc:sldMk cId="292889634" sldId="263"/>
        </pc:sldMkLst>
        <pc:spChg chg="mod">
          <ac:chgData name="Thomas Camilo Vanegas Acevedo" userId="2fb2623a-5656-489b-8d9f-0459fb6121d9" providerId="ADAL" clId="{EC7D3CB3-507B-4882-B2F5-89662A00A0A2}" dt="2025-02-10T01:18:14.255" v="1596" actId="1076"/>
          <ac:spMkLst>
            <pc:docMk/>
            <pc:sldMk cId="292889634" sldId="263"/>
            <ac:spMk id="2" creationId="{2C3993EA-9CE5-8199-281A-01903CEBAF64}"/>
          </ac:spMkLst>
        </pc:spChg>
        <pc:spChg chg="del">
          <ac:chgData name="Thomas Camilo Vanegas Acevedo" userId="2fb2623a-5656-489b-8d9f-0459fb6121d9" providerId="ADAL" clId="{EC7D3CB3-507B-4882-B2F5-89662A00A0A2}" dt="2025-02-10T01:18:15.915" v="1597" actId="478"/>
          <ac:spMkLst>
            <pc:docMk/>
            <pc:sldMk cId="292889634" sldId="263"/>
            <ac:spMk id="3" creationId="{D59824A8-6E6B-9247-3AC4-2F60D22E9890}"/>
          </ac:spMkLst>
        </pc:spChg>
        <pc:picChg chg="add mod">
          <ac:chgData name="Thomas Camilo Vanegas Acevedo" userId="2fb2623a-5656-489b-8d9f-0459fb6121d9" providerId="ADAL" clId="{EC7D3CB3-507B-4882-B2F5-89662A00A0A2}" dt="2025-02-10T01:18:39.835" v="1609" actId="14100"/>
          <ac:picMkLst>
            <pc:docMk/>
            <pc:sldMk cId="292889634" sldId="263"/>
            <ac:picMk id="5" creationId="{B0F83CC7-AF75-017E-A2D4-DE093DE7EDAB}"/>
          </ac:picMkLst>
        </pc:picChg>
      </pc:sldChg>
      <pc:sldMasterChg chg="del delSldLayout">
        <pc:chgData name="Thomas Camilo Vanegas Acevedo" userId="2fb2623a-5656-489b-8d9f-0459fb6121d9" providerId="ADAL" clId="{EC7D3CB3-507B-4882-B2F5-89662A00A0A2}" dt="2025-02-09T23:12:47.925" v="81" actId="26606"/>
        <pc:sldMasterMkLst>
          <pc:docMk/>
          <pc:sldMasterMk cId="238504460" sldId="2147483648"/>
        </pc:sldMasterMkLst>
        <pc:sldLayoutChg chg="del">
          <pc:chgData name="Thomas Camilo Vanegas Acevedo" userId="2fb2623a-5656-489b-8d9f-0459fb6121d9" providerId="ADAL" clId="{EC7D3CB3-507B-4882-B2F5-89662A00A0A2}" dt="2025-02-09T23:12:47.925" v="81" actId="26606"/>
          <pc:sldLayoutMkLst>
            <pc:docMk/>
            <pc:sldMasterMk cId="238504460" sldId="2147483648"/>
            <pc:sldLayoutMk cId="943257517" sldId="2147483649"/>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2346074755" sldId="2147483650"/>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1323146431" sldId="2147483651"/>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3513310764" sldId="2147483652"/>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2765651660" sldId="2147483653"/>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3115545443" sldId="2147483654"/>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3455810928" sldId="2147483655"/>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3896747124" sldId="2147483656"/>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2856579985" sldId="2147483657"/>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3063266974" sldId="2147483658"/>
          </pc:sldLayoutMkLst>
        </pc:sldLayoutChg>
        <pc:sldLayoutChg chg="del">
          <pc:chgData name="Thomas Camilo Vanegas Acevedo" userId="2fb2623a-5656-489b-8d9f-0459fb6121d9" providerId="ADAL" clId="{EC7D3CB3-507B-4882-B2F5-89662A00A0A2}" dt="2025-02-09T23:12:47.925" v="81" actId="26606"/>
          <pc:sldLayoutMkLst>
            <pc:docMk/>
            <pc:sldMasterMk cId="238504460" sldId="2147483648"/>
            <pc:sldLayoutMk cId="1519131231" sldId="2147483659"/>
          </pc:sldLayoutMkLst>
        </pc:sldLayoutChg>
      </pc:sldMasterChg>
      <pc:sldMasterChg chg="add addSldLayout">
        <pc:chgData name="Thomas Camilo Vanegas Acevedo" userId="2fb2623a-5656-489b-8d9f-0459fb6121d9" providerId="ADAL" clId="{EC7D3CB3-507B-4882-B2F5-89662A00A0A2}" dt="2025-02-09T23:12:47.925" v="81" actId="26606"/>
        <pc:sldMasterMkLst>
          <pc:docMk/>
          <pc:sldMasterMk cId="1323372119" sldId="2147483712"/>
        </pc:sldMasterMkLst>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88654395" sldId="2147483701"/>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4150888162" sldId="2147483702"/>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1243580237" sldId="2147483703"/>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3597605693" sldId="2147483704"/>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2734557532" sldId="2147483705"/>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1516632856" sldId="2147483706"/>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2670357588" sldId="2147483707"/>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3071304889" sldId="2147483708"/>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3591900015" sldId="2147483709"/>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97214036" sldId="2147483710"/>
          </pc:sldLayoutMkLst>
        </pc:sldLayoutChg>
        <pc:sldLayoutChg chg="add">
          <pc:chgData name="Thomas Camilo Vanegas Acevedo" userId="2fb2623a-5656-489b-8d9f-0459fb6121d9" providerId="ADAL" clId="{EC7D3CB3-507B-4882-B2F5-89662A00A0A2}" dt="2025-02-09T23:12:47.925" v="81" actId="26606"/>
          <pc:sldLayoutMkLst>
            <pc:docMk/>
            <pc:sldMasterMk cId="1323372119" sldId="2147483712"/>
            <pc:sldLayoutMk cId="1279738598" sldId="214748371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2/9/2025</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‹Nº›</a:t>
            </a:fld>
            <a:endParaRPr lang="en-US" dirty="0"/>
          </a:p>
        </p:txBody>
      </p:sp>
    </p:spTree>
    <p:extLst>
      <p:ext uri="{BB962C8B-B14F-4D97-AF65-F5344CB8AC3E}">
        <p14:creationId xmlns:p14="http://schemas.microsoft.com/office/powerpoint/2010/main" val="2670357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071304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591900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9721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279738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8865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516632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415088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124358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359760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2/9/2025</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‹Nº›</a:t>
            </a:fld>
            <a:endParaRPr lang="en-US"/>
          </a:p>
        </p:txBody>
      </p:sp>
    </p:spTree>
    <p:extLst>
      <p:ext uri="{BB962C8B-B14F-4D97-AF65-F5344CB8AC3E}">
        <p14:creationId xmlns:p14="http://schemas.microsoft.com/office/powerpoint/2010/main" val="2734557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pPr/>
              <a:t>2/9/2025</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pPr/>
              <a:t>‹Nº›</a:t>
            </a:fld>
            <a:endParaRPr lang="en-US" dirty="0"/>
          </a:p>
        </p:txBody>
      </p:sp>
    </p:spTree>
    <p:extLst>
      <p:ext uri="{BB962C8B-B14F-4D97-AF65-F5344CB8AC3E}">
        <p14:creationId xmlns:p14="http://schemas.microsoft.com/office/powerpoint/2010/main" val="1323372119"/>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1" r:id="rId6"/>
    <p:sldLayoutId id="2147483706"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039170B-3E6B-297C-F5A7-5DDEA4C5EE76}"/>
              </a:ext>
            </a:extLst>
          </p:cNvPr>
          <p:cNvSpPr>
            <a:spLocks noGrp="1"/>
          </p:cNvSpPr>
          <p:nvPr>
            <p:ph type="ctrTitle"/>
          </p:nvPr>
        </p:nvSpPr>
        <p:spPr>
          <a:xfrm>
            <a:off x="761999" y="1163595"/>
            <a:ext cx="6029325" cy="2855956"/>
          </a:xfrm>
        </p:spPr>
        <p:txBody>
          <a:bodyPr>
            <a:normAutofit/>
          </a:bodyPr>
          <a:lstStyle/>
          <a:p>
            <a:pPr algn="l"/>
            <a:r>
              <a:rPr lang="es-CO" sz="8000" dirty="0" err="1"/>
              <a:t>Event</a:t>
            </a:r>
            <a:r>
              <a:rPr lang="es-CO" sz="8000" dirty="0"/>
              <a:t> </a:t>
            </a:r>
            <a:r>
              <a:rPr lang="es-CO" sz="8000" dirty="0" err="1"/>
              <a:t>Loop</a:t>
            </a:r>
            <a:r>
              <a:rPr lang="es-CO" sz="8000" dirty="0"/>
              <a:t> JavaScript.</a:t>
            </a:r>
          </a:p>
        </p:txBody>
      </p:sp>
      <p:sp>
        <p:nvSpPr>
          <p:cNvPr id="3" name="Subtítulo 2">
            <a:extLst>
              <a:ext uri="{FF2B5EF4-FFF2-40B4-BE49-F238E27FC236}">
                <a16:creationId xmlns:a16="http://schemas.microsoft.com/office/drawing/2014/main" id="{92BD22C2-B59D-99DB-EEFD-92D242AF8D93}"/>
              </a:ext>
            </a:extLst>
          </p:cNvPr>
          <p:cNvSpPr>
            <a:spLocks noGrp="1"/>
          </p:cNvSpPr>
          <p:nvPr>
            <p:ph type="subTitle" idx="1"/>
          </p:nvPr>
        </p:nvSpPr>
        <p:spPr>
          <a:xfrm>
            <a:off x="762000" y="4200525"/>
            <a:ext cx="6029324" cy="1595437"/>
          </a:xfrm>
        </p:spPr>
        <p:txBody>
          <a:bodyPr>
            <a:normAutofit/>
          </a:bodyPr>
          <a:lstStyle/>
          <a:p>
            <a:pPr algn="l"/>
            <a:r>
              <a:rPr lang="es-CO" dirty="0"/>
              <a:t>THOMAS CAMILO VANEGAS ACEVEDO.</a:t>
            </a:r>
            <a:endParaRPr lang="es-CO"/>
          </a:p>
          <a:p>
            <a:pPr algn="l"/>
            <a:endParaRPr lang="es-CO"/>
          </a:p>
          <a:p>
            <a:pPr algn="l"/>
            <a:r>
              <a:rPr lang="es-CO" dirty="0"/>
              <a:t>ID: 000287437.</a:t>
            </a:r>
            <a:endParaRPr lang="es-CO"/>
          </a:p>
        </p:txBody>
      </p:sp>
      <p:pic>
        <p:nvPicPr>
          <p:cNvPr id="1026" name="Picture 2" descr="JavaScript - Wikipedia, la enciclopedia libre">
            <a:extLst>
              <a:ext uri="{FF2B5EF4-FFF2-40B4-BE49-F238E27FC236}">
                <a16:creationId xmlns:a16="http://schemas.microsoft.com/office/drawing/2014/main" id="{3D831B2A-18BF-5195-D092-C31B6E5DC2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210" r="2532"/>
          <a:stretch/>
        </p:blipFill>
        <p:spPr bwMode="auto">
          <a:xfrm>
            <a:off x="7648048"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noFill/>
          <a:effectLst>
            <a:outerShdw blurRad="381000" dist="152400" dir="10800000" algn="r" rotWithShape="0">
              <a:prstClr val="black">
                <a:alpha val="10000"/>
              </a:prstClr>
            </a:outerShdw>
          </a:effectLst>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564DEED3-BC52-4F15-8426-D33275CB0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034" name="Freeform: Shape 1033">
              <a:extLst>
                <a:ext uri="{FF2B5EF4-FFF2-40B4-BE49-F238E27FC236}">
                  <a16:creationId xmlns:a16="http://schemas.microsoft.com/office/drawing/2014/main" id="{937D94AD-9CD7-4F7F-B13A-399B37840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35" name="Freeform: Shape 1034">
              <a:extLst>
                <a:ext uri="{FF2B5EF4-FFF2-40B4-BE49-F238E27FC236}">
                  <a16:creationId xmlns:a16="http://schemas.microsoft.com/office/drawing/2014/main" id="{DF6D3FDC-6FDD-4615-B246-1FC651E95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242677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F9B63F-A441-A6B0-C34D-70F447A51251}"/>
              </a:ext>
            </a:extLst>
          </p:cNvPr>
          <p:cNvSpPr>
            <a:spLocks noGrp="1"/>
          </p:cNvSpPr>
          <p:nvPr>
            <p:ph type="ctrTitle"/>
          </p:nvPr>
        </p:nvSpPr>
        <p:spPr>
          <a:xfrm>
            <a:off x="6096000" y="954741"/>
            <a:ext cx="5334000" cy="2555221"/>
          </a:xfrm>
        </p:spPr>
        <p:txBody>
          <a:bodyPr>
            <a:normAutofit/>
          </a:bodyPr>
          <a:lstStyle/>
          <a:p>
            <a:pPr algn="r"/>
            <a:r>
              <a:rPr lang="es-CO" sz="8000"/>
              <a:t>¿Qué es el Event Loop?</a:t>
            </a:r>
          </a:p>
        </p:txBody>
      </p:sp>
      <p:sp>
        <p:nvSpPr>
          <p:cNvPr id="3" name="Subtítulo 2">
            <a:extLst>
              <a:ext uri="{FF2B5EF4-FFF2-40B4-BE49-F238E27FC236}">
                <a16:creationId xmlns:a16="http://schemas.microsoft.com/office/drawing/2014/main" id="{DB732651-A224-D5D7-EB9A-66A4097D8F4F}"/>
              </a:ext>
            </a:extLst>
          </p:cNvPr>
          <p:cNvSpPr>
            <a:spLocks noGrp="1"/>
          </p:cNvSpPr>
          <p:nvPr>
            <p:ph type="subTitle" idx="1"/>
          </p:nvPr>
        </p:nvSpPr>
        <p:spPr>
          <a:xfrm>
            <a:off x="6096000" y="3809999"/>
            <a:ext cx="5334000" cy="2555221"/>
          </a:xfrm>
        </p:spPr>
        <p:txBody>
          <a:bodyPr>
            <a:normAutofit fontScale="92500"/>
          </a:bodyPr>
          <a:lstStyle/>
          <a:p>
            <a:pPr algn="r"/>
            <a:r>
              <a:rPr lang="es-CO" sz="2600" dirty="0"/>
              <a:t>Es un mecanismo que agrega el navegador cuando se ejecuta JavaScript permitiendo que las aplicaciones no se bloqueen al esperar una respuesta. Del mismo modo, maneja la ejecución del código, la gestión de eventos y la ejecución de tareas asíncronas.</a:t>
            </a:r>
          </a:p>
          <a:p>
            <a:pPr algn="r"/>
            <a:endParaRPr lang="es-CO" dirty="0"/>
          </a:p>
          <a:p>
            <a:pPr algn="r"/>
            <a:endParaRPr lang="es-CO" dirty="0"/>
          </a:p>
        </p:txBody>
      </p:sp>
      <p:pic>
        <p:nvPicPr>
          <p:cNvPr id="2050" name="Picture 2" descr="Javascript — event loop. And then it was time to leave ruby… | by Alfonso  Ghislieri | Medium">
            <a:extLst>
              <a:ext uri="{FF2B5EF4-FFF2-40B4-BE49-F238E27FC236}">
                <a16:creationId xmlns:a16="http://schemas.microsoft.com/office/drawing/2014/main" id="{0F3CF72E-67E0-9B2A-BBE8-4EC74FB4319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0608" y="1415144"/>
            <a:ext cx="5668585" cy="3831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103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55A918-CE86-F23B-2D00-2C31B207766D}"/>
              </a:ext>
            </a:extLst>
          </p:cNvPr>
          <p:cNvSpPr>
            <a:spLocks noGrp="1"/>
          </p:cNvSpPr>
          <p:nvPr>
            <p:ph type="title"/>
          </p:nvPr>
        </p:nvSpPr>
        <p:spPr>
          <a:xfrm>
            <a:off x="3363685" y="609600"/>
            <a:ext cx="5464629" cy="816429"/>
          </a:xfrm>
        </p:spPr>
        <p:txBody>
          <a:bodyPr/>
          <a:lstStyle/>
          <a:p>
            <a:r>
              <a:rPr lang="es-CO" dirty="0" err="1"/>
              <a:t>Event</a:t>
            </a:r>
            <a:r>
              <a:rPr lang="es-CO" dirty="0"/>
              <a:t> </a:t>
            </a:r>
            <a:r>
              <a:rPr lang="es-CO" dirty="0" err="1"/>
              <a:t>Loop</a:t>
            </a:r>
            <a:r>
              <a:rPr lang="es-CO" dirty="0"/>
              <a:t> JavaScript.</a:t>
            </a:r>
          </a:p>
        </p:txBody>
      </p:sp>
      <p:sp>
        <p:nvSpPr>
          <p:cNvPr id="3" name="Marcador de contenido 2">
            <a:extLst>
              <a:ext uri="{FF2B5EF4-FFF2-40B4-BE49-F238E27FC236}">
                <a16:creationId xmlns:a16="http://schemas.microsoft.com/office/drawing/2014/main" id="{4C8F7B8D-B10B-7F92-C5ED-8B81444A6215}"/>
              </a:ext>
            </a:extLst>
          </p:cNvPr>
          <p:cNvSpPr>
            <a:spLocks noGrp="1"/>
          </p:cNvSpPr>
          <p:nvPr>
            <p:ph idx="1"/>
          </p:nvPr>
        </p:nvSpPr>
        <p:spPr>
          <a:xfrm>
            <a:off x="761999" y="2013856"/>
            <a:ext cx="10668000" cy="3048001"/>
          </a:xfrm>
        </p:spPr>
        <p:txBody>
          <a:bodyPr/>
          <a:lstStyle/>
          <a:p>
            <a:r>
              <a:rPr lang="es-CO" dirty="0"/>
              <a:t>Dado que JavaScript es un lenguaje single-</a:t>
            </a:r>
            <a:r>
              <a:rPr lang="es-CO" dirty="0" err="1"/>
              <a:t>threaded</a:t>
            </a:r>
            <a:r>
              <a:rPr lang="es-CO" dirty="0"/>
              <a:t>, el </a:t>
            </a:r>
            <a:r>
              <a:rPr lang="es-CO" dirty="0" err="1"/>
              <a:t>event</a:t>
            </a:r>
            <a:r>
              <a:rPr lang="es-CO" dirty="0"/>
              <a:t> </a:t>
            </a:r>
            <a:r>
              <a:rPr lang="es-CO" dirty="0" err="1"/>
              <a:t>loop</a:t>
            </a:r>
            <a:r>
              <a:rPr lang="es-CO" dirty="0"/>
              <a:t> permite que el código no se bloquee mientras espera que se ejecuten operaciones como solicitudes de red o temporizadores.</a:t>
            </a:r>
          </a:p>
          <a:p>
            <a:r>
              <a:rPr lang="es-MX" dirty="0"/>
              <a:t>El </a:t>
            </a:r>
            <a:r>
              <a:rPr lang="es-MX" dirty="0" err="1"/>
              <a:t>Event</a:t>
            </a:r>
            <a:r>
              <a:rPr lang="es-MX" dirty="0"/>
              <a:t> </a:t>
            </a:r>
            <a:r>
              <a:rPr lang="es-MX" dirty="0" err="1"/>
              <a:t>Loop</a:t>
            </a:r>
            <a:r>
              <a:rPr lang="es-MX" dirty="0"/>
              <a:t> se encarga de gestionar la </a:t>
            </a:r>
            <a:r>
              <a:rPr lang="es-MX" b="1" dirty="0"/>
              <a:t>pila de ejecución (</a:t>
            </a:r>
            <a:r>
              <a:rPr lang="es-MX" b="1" dirty="0" err="1"/>
              <a:t>Call</a:t>
            </a:r>
            <a:r>
              <a:rPr lang="es-MX" b="1" dirty="0"/>
              <a:t> </a:t>
            </a:r>
            <a:r>
              <a:rPr lang="es-MX" b="1" dirty="0" err="1"/>
              <a:t>Stack</a:t>
            </a:r>
            <a:r>
              <a:rPr lang="es-MX" b="1" dirty="0"/>
              <a:t>)</a:t>
            </a:r>
            <a:r>
              <a:rPr lang="es-MX" dirty="0"/>
              <a:t> y la </a:t>
            </a:r>
            <a:r>
              <a:rPr lang="es-MX" b="1" dirty="0"/>
              <a:t>cola de tareas (</a:t>
            </a:r>
            <a:r>
              <a:rPr lang="es-MX" b="1" dirty="0" err="1"/>
              <a:t>Task</a:t>
            </a:r>
            <a:r>
              <a:rPr lang="es-MX" b="1" dirty="0"/>
              <a:t> </a:t>
            </a:r>
            <a:r>
              <a:rPr lang="es-MX" b="1" dirty="0" err="1"/>
              <a:t>Queue</a:t>
            </a:r>
            <a:r>
              <a:rPr lang="es-MX" b="1" dirty="0"/>
              <a:t> / </a:t>
            </a:r>
            <a:r>
              <a:rPr lang="es-MX" b="1" dirty="0" err="1"/>
              <a:t>Callback</a:t>
            </a:r>
            <a:r>
              <a:rPr lang="es-MX" b="1" dirty="0"/>
              <a:t> </a:t>
            </a:r>
            <a:r>
              <a:rPr lang="es-MX" b="1" dirty="0" err="1"/>
              <a:t>Queue</a:t>
            </a:r>
            <a:r>
              <a:rPr lang="es-MX" b="1" dirty="0"/>
              <a:t>)</a:t>
            </a:r>
            <a:r>
              <a:rPr lang="es-MX" dirty="0"/>
              <a:t>. Su función es verificar constantemente si hay tareas pendientes para ejecutarlas cuando el </a:t>
            </a:r>
            <a:r>
              <a:rPr lang="es-MX" b="1" dirty="0" err="1"/>
              <a:t>Call</a:t>
            </a:r>
            <a:r>
              <a:rPr lang="es-MX" b="1" dirty="0"/>
              <a:t> </a:t>
            </a:r>
            <a:r>
              <a:rPr lang="es-MX" b="1" dirty="0" err="1"/>
              <a:t>Stack</a:t>
            </a:r>
            <a:r>
              <a:rPr lang="es-MX" dirty="0"/>
              <a:t> esté vacío.</a:t>
            </a:r>
            <a:endParaRPr lang="es-CO" dirty="0"/>
          </a:p>
        </p:txBody>
      </p:sp>
    </p:spTree>
    <p:extLst>
      <p:ext uri="{BB962C8B-B14F-4D97-AF65-F5344CB8AC3E}">
        <p14:creationId xmlns:p14="http://schemas.microsoft.com/office/powerpoint/2010/main" val="3945440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are Event Loops and What Does It Have to Do with JavaScript? | by  Jonathan Wong | Medium">
            <a:extLst>
              <a:ext uri="{FF2B5EF4-FFF2-40B4-BE49-F238E27FC236}">
                <a16:creationId xmlns:a16="http://schemas.microsoft.com/office/drawing/2014/main" id="{0A354427-D2A1-60E5-640B-80AAFA761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895" y="624227"/>
            <a:ext cx="10634209" cy="5609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964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D7B0-331C-D5A5-6F85-B9AF7AA37D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C5C09D-0547-A13E-0210-BBEE9FBB2915}"/>
              </a:ext>
            </a:extLst>
          </p:cNvPr>
          <p:cNvSpPr>
            <a:spLocks noGrp="1"/>
          </p:cNvSpPr>
          <p:nvPr>
            <p:ph type="title"/>
          </p:nvPr>
        </p:nvSpPr>
        <p:spPr>
          <a:xfrm>
            <a:off x="3243941" y="555171"/>
            <a:ext cx="5704115" cy="816429"/>
          </a:xfrm>
        </p:spPr>
        <p:txBody>
          <a:bodyPr>
            <a:normAutofit fontScale="90000"/>
          </a:bodyPr>
          <a:lstStyle/>
          <a:p>
            <a:r>
              <a:rPr lang="es-CO" dirty="0"/>
              <a:t>Elementos del </a:t>
            </a:r>
            <a:r>
              <a:rPr lang="es-CO" dirty="0" err="1"/>
              <a:t>Event</a:t>
            </a:r>
            <a:r>
              <a:rPr lang="es-CO" dirty="0"/>
              <a:t> </a:t>
            </a:r>
            <a:r>
              <a:rPr lang="es-CO" dirty="0" err="1"/>
              <a:t>Loop</a:t>
            </a:r>
            <a:r>
              <a:rPr lang="es-CO" dirty="0"/>
              <a:t>.</a:t>
            </a:r>
          </a:p>
        </p:txBody>
      </p:sp>
      <p:sp>
        <p:nvSpPr>
          <p:cNvPr id="3" name="Marcador de contenido 2">
            <a:extLst>
              <a:ext uri="{FF2B5EF4-FFF2-40B4-BE49-F238E27FC236}">
                <a16:creationId xmlns:a16="http://schemas.microsoft.com/office/drawing/2014/main" id="{3691F8F4-805C-D23E-A560-C83E88A4FDA2}"/>
              </a:ext>
            </a:extLst>
          </p:cNvPr>
          <p:cNvSpPr>
            <a:spLocks noGrp="1"/>
          </p:cNvSpPr>
          <p:nvPr>
            <p:ph idx="1"/>
          </p:nvPr>
        </p:nvSpPr>
        <p:spPr>
          <a:xfrm>
            <a:off x="761999" y="2013856"/>
            <a:ext cx="10668000" cy="4038601"/>
          </a:xfrm>
        </p:spPr>
        <p:txBody>
          <a:bodyPr/>
          <a:lstStyle/>
          <a:p>
            <a:pPr marL="514350" indent="-514350">
              <a:buFont typeface="+mj-lt"/>
              <a:buAutoNum type="arabicParenR"/>
            </a:pPr>
            <a:r>
              <a:rPr lang="es-CO" dirty="0" err="1"/>
              <a:t>Call</a:t>
            </a:r>
            <a:r>
              <a:rPr lang="es-CO" dirty="0"/>
              <a:t> </a:t>
            </a:r>
            <a:r>
              <a:rPr lang="es-CO" dirty="0" err="1"/>
              <a:t>Stack</a:t>
            </a:r>
            <a:r>
              <a:rPr lang="es-CO" dirty="0"/>
              <a:t> o Pila de Ejecución: Es una estructura de datos de tipo LIFO y contiene las funciones que se están ejecutando actualmente.</a:t>
            </a:r>
          </a:p>
          <a:p>
            <a:pPr marL="514350" indent="-514350">
              <a:buFont typeface="+mj-lt"/>
              <a:buAutoNum type="arabicParenR"/>
            </a:pPr>
            <a:r>
              <a:rPr lang="es-CO" dirty="0"/>
              <a:t> </a:t>
            </a:r>
            <a:r>
              <a:rPr lang="es-CO" dirty="0" err="1"/>
              <a:t>Heap</a:t>
            </a:r>
            <a:r>
              <a:rPr lang="es-CO" dirty="0"/>
              <a:t> (Montículo de Memoria): Es el área de la memoria donde se almacenan los objetos o variables.</a:t>
            </a:r>
          </a:p>
          <a:p>
            <a:pPr marL="514350" indent="-514350">
              <a:buFont typeface="+mj-lt"/>
              <a:buAutoNum type="arabicParenR"/>
            </a:pPr>
            <a:r>
              <a:rPr lang="es-CO" dirty="0"/>
              <a:t>Web </a:t>
            </a:r>
            <a:r>
              <a:rPr lang="es-CO" dirty="0" err="1"/>
              <a:t>APIs</a:t>
            </a:r>
            <a:r>
              <a:rPr lang="es-CO" dirty="0"/>
              <a:t>: Contienen las funciones como </a:t>
            </a:r>
            <a:r>
              <a:rPr lang="es-CO" dirty="0" err="1"/>
              <a:t>setTimeOut</a:t>
            </a:r>
            <a:r>
              <a:rPr lang="es-CO" dirty="0"/>
              <a:t>, DOM, </a:t>
            </a:r>
            <a:r>
              <a:rPr lang="es-CO" dirty="0" err="1"/>
              <a:t>fetch</a:t>
            </a:r>
            <a:r>
              <a:rPr lang="es-CO" dirty="0"/>
              <a:t>. Estas se ejecutan de manera ASÍNCRONA.</a:t>
            </a:r>
          </a:p>
          <a:p>
            <a:pPr marL="514350" indent="-514350">
              <a:buFont typeface="+mj-lt"/>
              <a:buAutoNum type="arabicParenR"/>
            </a:pPr>
            <a:r>
              <a:rPr lang="es-CO" dirty="0" err="1"/>
              <a:t>Task</a:t>
            </a:r>
            <a:r>
              <a:rPr lang="es-CO" dirty="0"/>
              <a:t> </a:t>
            </a:r>
            <a:r>
              <a:rPr lang="es-CO" dirty="0" err="1"/>
              <a:t>Queue</a:t>
            </a:r>
            <a:r>
              <a:rPr lang="es-CO" dirty="0"/>
              <a:t> o Cola de Tareas: Guarda </a:t>
            </a:r>
            <a:r>
              <a:rPr lang="es-CO" dirty="0" err="1"/>
              <a:t>Callbacks</a:t>
            </a:r>
            <a:r>
              <a:rPr lang="es-CO" dirty="0"/>
              <a:t> de funciones asíncronas (</a:t>
            </a:r>
            <a:r>
              <a:rPr lang="es-CO" dirty="0" err="1"/>
              <a:t>setTimeOut</a:t>
            </a:r>
            <a:r>
              <a:rPr lang="es-CO" dirty="0"/>
              <a:t>, </a:t>
            </a:r>
            <a:r>
              <a:rPr lang="es-CO" dirty="0" err="1"/>
              <a:t>setInterval</a:t>
            </a:r>
            <a:r>
              <a:rPr lang="es-CO" dirty="0"/>
              <a:t>, </a:t>
            </a:r>
            <a:r>
              <a:rPr lang="es-CO" dirty="0" err="1"/>
              <a:t>addEventListener</a:t>
            </a:r>
            <a:r>
              <a:rPr lang="es-CO" dirty="0"/>
              <a:t>)</a:t>
            </a:r>
          </a:p>
          <a:p>
            <a:pPr marL="514350" indent="-514350">
              <a:buFont typeface="+mj-lt"/>
              <a:buAutoNum type="arabicParenR"/>
            </a:pPr>
            <a:endParaRPr lang="es-CO" dirty="0"/>
          </a:p>
        </p:txBody>
      </p:sp>
    </p:spTree>
    <p:extLst>
      <p:ext uri="{BB962C8B-B14F-4D97-AF65-F5344CB8AC3E}">
        <p14:creationId xmlns:p14="http://schemas.microsoft.com/office/powerpoint/2010/main" val="2483939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5E990-3E63-0C02-7368-A078D18130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1F779F-9157-C5DC-D985-58456239467C}"/>
              </a:ext>
            </a:extLst>
          </p:cNvPr>
          <p:cNvSpPr>
            <a:spLocks noGrp="1"/>
          </p:cNvSpPr>
          <p:nvPr>
            <p:ph type="title"/>
          </p:nvPr>
        </p:nvSpPr>
        <p:spPr>
          <a:xfrm>
            <a:off x="3243941" y="555171"/>
            <a:ext cx="5704115" cy="816429"/>
          </a:xfrm>
        </p:spPr>
        <p:txBody>
          <a:bodyPr>
            <a:normAutofit fontScale="90000"/>
          </a:bodyPr>
          <a:lstStyle/>
          <a:p>
            <a:r>
              <a:rPr lang="es-CO" dirty="0"/>
              <a:t>Elementos del </a:t>
            </a:r>
            <a:r>
              <a:rPr lang="es-CO" dirty="0" err="1"/>
              <a:t>Event</a:t>
            </a:r>
            <a:r>
              <a:rPr lang="es-CO" dirty="0"/>
              <a:t> </a:t>
            </a:r>
            <a:r>
              <a:rPr lang="es-CO" dirty="0" err="1"/>
              <a:t>Loop</a:t>
            </a:r>
            <a:r>
              <a:rPr lang="es-CO" dirty="0"/>
              <a:t>.</a:t>
            </a:r>
          </a:p>
        </p:txBody>
      </p:sp>
      <p:sp>
        <p:nvSpPr>
          <p:cNvPr id="3" name="Marcador de contenido 2">
            <a:extLst>
              <a:ext uri="{FF2B5EF4-FFF2-40B4-BE49-F238E27FC236}">
                <a16:creationId xmlns:a16="http://schemas.microsoft.com/office/drawing/2014/main" id="{C5F49840-2371-F911-04A6-5D8ACA51F35B}"/>
              </a:ext>
            </a:extLst>
          </p:cNvPr>
          <p:cNvSpPr>
            <a:spLocks noGrp="1"/>
          </p:cNvSpPr>
          <p:nvPr>
            <p:ph idx="1"/>
          </p:nvPr>
        </p:nvSpPr>
        <p:spPr>
          <a:xfrm>
            <a:off x="761999" y="1709058"/>
            <a:ext cx="10668000" cy="4343400"/>
          </a:xfrm>
        </p:spPr>
        <p:txBody>
          <a:bodyPr/>
          <a:lstStyle/>
          <a:p>
            <a:pPr marL="514350" indent="-514350">
              <a:buFont typeface="+mj-lt"/>
              <a:buAutoNum type="arabicParenR"/>
            </a:pPr>
            <a:r>
              <a:rPr lang="es-CO" dirty="0" err="1"/>
              <a:t>MicroTask</a:t>
            </a:r>
            <a:r>
              <a:rPr lang="es-CO" dirty="0"/>
              <a:t> </a:t>
            </a:r>
            <a:r>
              <a:rPr lang="es-CO" dirty="0" err="1"/>
              <a:t>Queue</a:t>
            </a:r>
            <a:r>
              <a:rPr lang="es-CO" dirty="0"/>
              <a:t> o Cola de </a:t>
            </a:r>
            <a:r>
              <a:rPr lang="es-CO" dirty="0" err="1"/>
              <a:t>microtareas</a:t>
            </a:r>
            <a:r>
              <a:rPr lang="es-CO" dirty="0"/>
              <a:t>: Contiene tareas de mayor prioridad tales como </a:t>
            </a:r>
            <a:r>
              <a:rPr lang="es-CO" dirty="0" err="1"/>
              <a:t>Promises</a:t>
            </a:r>
            <a:r>
              <a:rPr lang="es-CO" dirty="0"/>
              <a:t>, etc. Sin embargo, es importante destacar que se ejecutan antes que las tareas en la </a:t>
            </a:r>
            <a:r>
              <a:rPr lang="es-CO" dirty="0" err="1"/>
              <a:t>Task</a:t>
            </a:r>
            <a:r>
              <a:rPr lang="es-CO" dirty="0"/>
              <a:t> </a:t>
            </a:r>
            <a:r>
              <a:rPr lang="es-CO" dirty="0" err="1"/>
              <a:t>Queue</a:t>
            </a:r>
            <a:r>
              <a:rPr lang="es-CO" dirty="0"/>
              <a:t>.</a:t>
            </a:r>
          </a:p>
          <a:p>
            <a:pPr marL="514350" indent="-514350">
              <a:buFont typeface="+mj-lt"/>
              <a:buAutoNum type="arabicParenR"/>
            </a:pPr>
            <a:r>
              <a:rPr lang="es-CO" dirty="0" err="1"/>
              <a:t>Event</a:t>
            </a:r>
            <a:r>
              <a:rPr lang="es-CO" dirty="0"/>
              <a:t> </a:t>
            </a:r>
            <a:r>
              <a:rPr lang="es-CO" dirty="0" err="1"/>
              <a:t>Loop</a:t>
            </a:r>
            <a:r>
              <a:rPr lang="es-CO" dirty="0"/>
              <a:t>: Revisa si el </a:t>
            </a:r>
            <a:r>
              <a:rPr lang="es-CO" dirty="0" err="1"/>
              <a:t>call</a:t>
            </a:r>
            <a:r>
              <a:rPr lang="es-CO" dirty="0"/>
              <a:t> </a:t>
            </a:r>
            <a:r>
              <a:rPr lang="es-CO" dirty="0" err="1"/>
              <a:t>stack</a:t>
            </a:r>
            <a:r>
              <a:rPr lang="es-CO" dirty="0"/>
              <a:t> está vacío. De ser verdadero, ejecuta las tareas de la </a:t>
            </a:r>
            <a:r>
              <a:rPr lang="es-CO" dirty="0" err="1"/>
              <a:t>microtask</a:t>
            </a:r>
            <a:r>
              <a:rPr lang="es-CO" dirty="0"/>
              <a:t> </a:t>
            </a:r>
            <a:r>
              <a:rPr lang="es-CO" dirty="0" err="1"/>
              <a:t>queue</a:t>
            </a:r>
            <a:r>
              <a:rPr lang="es-CO" dirty="0"/>
              <a:t> y luego las de la </a:t>
            </a:r>
            <a:r>
              <a:rPr lang="es-CO" dirty="0" err="1"/>
              <a:t>task</a:t>
            </a:r>
            <a:r>
              <a:rPr lang="es-CO" dirty="0"/>
              <a:t> </a:t>
            </a:r>
            <a:r>
              <a:rPr lang="es-CO" dirty="0" err="1"/>
              <a:t>queu</a:t>
            </a:r>
            <a:r>
              <a:rPr lang="es-CO" dirty="0"/>
              <a:t>.</a:t>
            </a:r>
          </a:p>
          <a:p>
            <a:pPr marL="514350" indent="-514350">
              <a:buFont typeface="+mj-lt"/>
              <a:buAutoNum type="arabicParenR"/>
            </a:pPr>
            <a:endParaRPr lang="es-CO" dirty="0"/>
          </a:p>
        </p:txBody>
      </p:sp>
    </p:spTree>
    <p:extLst>
      <p:ext uri="{BB962C8B-B14F-4D97-AF65-F5344CB8AC3E}">
        <p14:creationId xmlns:p14="http://schemas.microsoft.com/office/powerpoint/2010/main" val="3668160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D388C1-1799-85EB-9B37-7D3B04832FFD}"/>
              </a:ext>
            </a:extLst>
          </p:cNvPr>
          <p:cNvSpPr>
            <a:spLocks noGrp="1"/>
          </p:cNvSpPr>
          <p:nvPr>
            <p:ph type="ctrTitle"/>
          </p:nvPr>
        </p:nvSpPr>
        <p:spPr>
          <a:xfrm>
            <a:off x="762000" y="305851"/>
            <a:ext cx="10668000" cy="1136877"/>
          </a:xfrm>
        </p:spPr>
        <p:txBody>
          <a:bodyPr/>
          <a:lstStyle/>
          <a:p>
            <a:r>
              <a:rPr lang="es-CO" dirty="0"/>
              <a:t>Ejemplo Práctico.</a:t>
            </a:r>
          </a:p>
        </p:txBody>
      </p:sp>
      <p:pic>
        <p:nvPicPr>
          <p:cNvPr id="5" name="Imagen 4">
            <a:extLst>
              <a:ext uri="{FF2B5EF4-FFF2-40B4-BE49-F238E27FC236}">
                <a16:creationId xmlns:a16="http://schemas.microsoft.com/office/drawing/2014/main" id="{B8B3E5B9-DADA-B6BA-E9C4-51B7DF61BECD}"/>
              </a:ext>
            </a:extLst>
          </p:cNvPr>
          <p:cNvPicPr>
            <a:picLocks noChangeAspect="1"/>
          </p:cNvPicPr>
          <p:nvPr/>
        </p:nvPicPr>
        <p:blipFill>
          <a:blip r:embed="rId2"/>
          <a:stretch>
            <a:fillRect/>
          </a:stretch>
        </p:blipFill>
        <p:spPr>
          <a:xfrm>
            <a:off x="0" y="2226128"/>
            <a:ext cx="6096000" cy="4631872"/>
          </a:xfrm>
          <a:prstGeom prst="rect">
            <a:avLst/>
          </a:prstGeom>
        </p:spPr>
      </p:pic>
      <p:pic>
        <p:nvPicPr>
          <p:cNvPr id="7" name="Imagen 6">
            <a:extLst>
              <a:ext uri="{FF2B5EF4-FFF2-40B4-BE49-F238E27FC236}">
                <a16:creationId xmlns:a16="http://schemas.microsoft.com/office/drawing/2014/main" id="{325C94B8-61B9-EE37-86DE-999F8AB484F0}"/>
              </a:ext>
            </a:extLst>
          </p:cNvPr>
          <p:cNvPicPr>
            <a:picLocks noChangeAspect="1"/>
          </p:cNvPicPr>
          <p:nvPr/>
        </p:nvPicPr>
        <p:blipFill>
          <a:blip r:embed="rId3"/>
          <a:stretch>
            <a:fillRect/>
          </a:stretch>
        </p:blipFill>
        <p:spPr>
          <a:xfrm>
            <a:off x="6096001" y="2226128"/>
            <a:ext cx="6096000" cy="4631872"/>
          </a:xfrm>
          <a:prstGeom prst="rect">
            <a:avLst/>
          </a:prstGeom>
        </p:spPr>
      </p:pic>
    </p:spTree>
    <p:extLst>
      <p:ext uri="{BB962C8B-B14F-4D97-AF65-F5344CB8AC3E}">
        <p14:creationId xmlns:p14="http://schemas.microsoft.com/office/powerpoint/2010/main" val="251896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993EA-9CE5-8199-281A-01903CEBAF64}"/>
              </a:ext>
            </a:extLst>
          </p:cNvPr>
          <p:cNvSpPr>
            <a:spLocks noGrp="1"/>
          </p:cNvSpPr>
          <p:nvPr>
            <p:ph type="ctrTitle"/>
          </p:nvPr>
        </p:nvSpPr>
        <p:spPr>
          <a:xfrm>
            <a:off x="761998" y="566057"/>
            <a:ext cx="10668000" cy="1452562"/>
          </a:xfrm>
        </p:spPr>
        <p:txBody>
          <a:bodyPr/>
          <a:lstStyle/>
          <a:p>
            <a:r>
              <a:rPr lang="es-CO" dirty="0"/>
              <a:t>Salida en Consola.</a:t>
            </a:r>
          </a:p>
        </p:txBody>
      </p:sp>
      <p:pic>
        <p:nvPicPr>
          <p:cNvPr id="5" name="Imagen 4">
            <a:extLst>
              <a:ext uri="{FF2B5EF4-FFF2-40B4-BE49-F238E27FC236}">
                <a16:creationId xmlns:a16="http://schemas.microsoft.com/office/drawing/2014/main" id="{B0F83CC7-AF75-017E-A2D4-DE093DE7EDAB}"/>
              </a:ext>
            </a:extLst>
          </p:cNvPr>
          <p:cNvPicPr>
            <a:picLocks noChangeAspect="1"/>
          </p:cNvPicPr>
          <p:nvPr/>
        </p:nvPicPr>
        <p:blipFill>
          <a:blip r:embed="rId2"/>
          <a:stretch>
            <a:fillRect/>
          </a:stretch>
        </p:blipFill>
        <p:spPr>
          <a:xfrm>
            <a:off x="1442357" y="2510249"/>
            <a:ext cx="9307286" cy="2910838"/>
          </a:xfrm>
          <a:prstGeom prst="rect">
            <a:avLst/>
          </a:prstGeom>
        </p:spPr>
      </p:pic>
    </p:spTree>
    <p:extLst>
      <p:ext uri="{BB962C8B-B14F-4D97-AF65-F5344CB8AC3E}">
        <p14:creationId xmlns:p14="http://schemas.microsoft.com/office/powerpoint/2010/main" val="292889634"/>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Torn">
      <a:majorFont>
        <a:latin typeface="Impact"/>
        <a:ea typeface=""/>
        <a:cs typeface=""/>
      </a:majorFont>
      <a:minorFont>
        <a:latin typeface="Arial Nova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docMetadata/LabelInfo.xml><?xml version="1.0" encoding="utf-8"?>
<clbl:labelList xmlns:clbl="http://schemas.microsoft.com/office/2020/mipLabelMetadata">
  <clbl:label id="{618bab0f-20a4-4de3-a10c-e20cee96bb35}" enabled="0" method="" siteId="{618bab0f-20a4-4de3-a10c-e20cee96bb35}" removed="1"/>
</clbl:labelList>
</file>

<file path=docProps/app.xml><?xml version="1.0" encoding="utf-8"?>
<Properties xmlns="http://schemas.openxmlformats.org/officeDocument/2006/extended-properties" xmlns:vt="http://schemas.openxmlformats.org/officeDocument/2006/docPropsVTypes">
  <TotalTime>136</TotalTime>
  <Words>312</Words>
  <Application>Microsoft Office PowerPoint</Application>
  <PresentationFormat>Panorámica</PresentationFormat>
  <Paragraphs>19</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Arial Nova Cond</vt:lpstr>
      <vt:lpstr>Impact</vt:lpstr>
      <vt:lpstr>TornVTI</vt:lpstr>
      <vt:lpstr>Event Loop JavaScript.</vt:lpstr>
      <vt:lpstr>¿Qué es el Event Loop?</vt:lpstr>
      <vt:lpstr>Event Loop JavaScript.</vt:lpstr>
      <vt:lpstr>Presentación de PowerPoint</vt:lpstr>
      <vt:lpstr>Elementos del Event Loop.</vt:lpstr>
      <vt:lpstr>Elementos del Event Loop.</vt:lpstr>
      <vt:lpstr>Ejemplo Práctico.</vt:lpstr>
      <vt:lpstr>Salida en Consola.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Camilo Vanegas Acevedo</dc:creator>
  <cp:lastModifiedBy>Thomas Camilo Vanegas Acevedo</cp:lastModifiedBy>
  <cp:revision>1</cp:revision>
  <dcterms:created xsi:type="dcterms:W3CDTF">2025-02-09T23:05:56Z</dcterms:created>
  <dcterms:modified xsi:type="dcterms:W3CDTF">2025-02-10T01:22:36Z</dcterms:modified>
</cp:coreProperties>
</file>